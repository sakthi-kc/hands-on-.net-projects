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70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9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4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4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3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7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6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9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1491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1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054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0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8D565-5F73-4F60-8A63-1AE02986B8E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3348D4-9AA8-4B5A-BF6B-8355D7FF4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7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08BD-B13A-DB72-8817-43F632A90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867" y="1392163"/>
            <a:ext cx="7766936" cy="1646302"/>
          </a:xfrm>
        </p:spPr>
        <p:txBody>
          <a:bodyPr/>
          <a:lstStyle/>
          <a:p>
            <a:r>
              <a:rPr lang="en-US" dirty="0"/>
              <a:t>Get partner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19AD3-3D10-6CEE-4ECE-3A6F6CDF5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750003" cy="1023257"/>
          </a:xfrm>
        </p:spPr>
        <p:txBody>
          <a:bodyPr/>
          <a:lstStyle/>
          <a:p>
            <a:r>
              <a:rPr lang="en-US" dirty="0"/>
              <a:t>Based on the user input, read data from excel file, convert the required data to JSON and generate an SNRF</a:t>
            </a:r>
          </a:p>
        </p:txBody>
      </p:sp>
    </p:spTree>
    <p:extLst>
      <p:ext uri="{BB962C8B-B14F-4D97-AF65-F5344CB8AC3E}">
        <p14:creationId xmlns:p14="http://schemas.microsoft.com/office/powerpoint/2010/main" val="333157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D7D0-708C-84F5-1E81-84585868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Console app: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F481-3C2D-3CBC-AA1D-FA0DD2EE5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Context:</a:t>
            </a:r>
          </a:p>
          <a:p>
            <a:r>
              <a:rPr lang="en-US" dirty="0"/>
              <a:t>Read user input</a:t>
            </a:r>
          </a:p>
          <a:p>
            <a:r>
              <a:rPr lang="en-US" dirty="0"/>
              <a:t>Configure settings value</a:t>
            </a:r>
          </a:p>
          <a:p>
            <a:r>
              <a:rPr lang="en-US" dirty="0"/>
              <a:t>Read data from source - LINQ</a:t>
            </a:r>
          </a:p>
          <a:p>
            <a:r>
              <a:rPr lang="en-US" dirty="0"/>
              <a:t>Dependency injection for dependent service from Program.cs</a:t>
            </a:r>
          </a:p>
          <a:p>
            <a:r>
              <a:rPr lang="en-US" dirty="0"/>
              <a:t>Fetch required partner details from data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JSON serializer</a:t>
            </a:r>
          </a:p>
          <a:p>
            <a:r>
              <a:rPr lang="en-US" dirty="0"/>
              <a:t>SNRF generation and printing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92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53154-DD54-81FC-1B91-1A831184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8714"/>
          </a:xfrm>
        </p:spPr>
        <p:txBody>
          <a:bodyPr>
            <a:normAutofit/>
          </a:bodyPr>
          <a:lstStyle/>
          <a:p>
            <a:r>
              <a:rPr lang="en-US" sz="3200" b="1" dirty="0"/>
              <a:t>Reading user input types: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C2A23-9175-4656-BD93-7FC49BF05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349828"/>
            <a:ext cx="4493380" cy="4691533"/>
          </a:xfr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String:</a:t>
            </a:r>
            <a:endParaRPr lang="en-US" sz="1400" dirty="0"/>
          </a:p>
          <a:p>
            <a:r>
              <a:rPr lang="en-US" sz="1400" b="1" i="1" dirty="0" err="1"/>
              <a:t>Console.ReadLine</a:t>
            </a:r>
            <a:r>
              <a:rPr lang="en-US" sz="1400" b="1" i="1" dirty="0"/>
              <a:t>() </a:t>
            </a:r>
            <a:r>
              <a:rPr lang="en-US" sz="1400" dirty="0"/>
              <a:t>– reads user input until enter, always reads as string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Numbers:</a:t>
            </a:r>
            <a:endParaRPr lang="en-US" sz="1400" dirty="0"/>
          </a:p>
          <a:p>
            <a:r>
              <a:rPr lang="en-US" sz="1400" b="1" i="1" dirty="0"/>
              <a:t>int value = </a:t>
            </a:r>
            <a:r>
              <a:rPr lang="en-US" sz="1400" b="1" i="1" dirty="0" err="1"/>
              <a:t>int.Parse</a:t>
            </a:r>
            <a:r>
              <a:rPr lang="en-US" sz="1400" b="1" i="1" dirty="0"/>
              <a:t>(</a:t>
            </a:r>
            <a:r>
              <a:rPr lang="en-US" sz="1400" b="1" i="1" dirty="0" err="1"/>
              <a:t>Console.ReadLine</a:t>
            </a:r>
            <a:r>
              <a:rPr lang="en-US" sz="1400" b="1" i="1" dirty="0"/>
              <a:t>())</a:t>
            </a:r>
          </a:p>
          <a:p>
            <a:r>
              <a:rPr lang="en-US" sz="1400" b="1" i="1" dirty="0"/>
              <a:t>double value = </a:t>
            </a:r>
            <a:r>
              <a:rPr lang="en-US" sz="1400" b="1" i="1" dirty="0" err="1"/>
              <a:t>double.Parse</a:t>
            </a:r>
            <a:r>
              <a:rPr lang="en-US" sz="1400" b="1" i="1" dirty="0"/>
              <a:t>(</a:t>
            </a:r>
            <a:r>
              <a:rPr lang="en-US" sz="1400" b="1" i="1" dirty="0" err="1"/>
              <a:t>Console.ReadLine</a:t>
            </a:r>
            <a:r>
              <a:rPr lang="en-US" sz="1400" b="1" i="1" dirty="0"/>
              <a:t>())</a:t>
            </a:r>
          </a:p>
          <a:p>
            <a:r>
              <a:rPr lang="en-US" sz="1400" dirty="0"/>
              <a:t>Parse will crash when entered invalid input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Single character:</a:t>
            </a:r>
          </a:p>
          <a:p>
            <a:r>
              <a:rPr lang="en-US" sz="1400" dirty="0" err="1"/>
              <a:t>Console.Read</a:t>
            </a:r>
            <a:r>
              <a:rPr lang="en-US" sz="1400" dirty="0"/>
              <a:t>() reads single character and returns ASCII value (int) and does not wait for enter</a:t>
            </a:r>
          </a:p>
          <a:p>
            <a:r>
              <a:rPr lang="en-US" sz="1400" b="1" i="1" dirty="0"/>
              <a:t>int </a:t>
            </a:r>
            <a:r>
              <a:rPr lang="en-US" sz="1400" b="1" i="1" dirty="0" err="1"/>
              <a:t>ch</a:t>
            </a:r>
            <a:r>
              <a:rPr lang="en-US" sz="1400" b="1" i="1" dirty="0"/>
              <a:t> = </a:t>
            </a:r>
            <a:r>
              <a:rPr lang="en-US" sz="1400" b="1" i="1" dirty="0" err="1"/>
              <a:t>Console.Read</a:t>
            </a:r>
            <a:r>
              <a:rPr lang="en-US" sz="1400" b="1" i="1" dirty="0"/>
              <a:t>();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9159C-05BB-4141-F582-241AAF24C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349828"/>
            <a:ext cx="4331890" cy="46915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Single key press:</a:t>
            </a:r>
            <a:endParaRPr lang="en-US" sz="1400" dirty="0"/>
          </a:p>
          <a:p>
            <a:r>
              <a:rPr lang="en-US" sz="1400" dirty="0"/>
              <a:t>Console.ReadKey() accepts single key press and does not wait for enter</a:t>
            </a:r>
          </a:p>
          <a:p>
            <a:r>
              <a:rPr lang="en-US" sz="1400" dirty="0"/>
              <a:t>Returns a ConsoleKeyInfo object</a:t>
            </a:r>
          </a:p>
          <a:p>
            <a:r>
              <a:rPr lang="en-US" sz="1400" b="1" i="1" dirty="0"/>
              <a:t>ConsoleKeyInfo key = Console.ReadKey();</a:t>
            </a:r>
            <a:br>
              <a:rPr lang="en-US" sz="1400" b="1" i="1" dirty="0"/>
            </a:br>
            <a:r>
              <a:rPr lang="en-US" sz="1400" b="1" i="1" dirty="0" err="1"/>
              <a:t>Console.WriteLine</a:t>
            </a:r>
            <a:r>
              <a:rPr lang="en-US" sz="1400" b="1" i="1" dirty="0"/>
              <a:t>("\</a:t>
            </a:r>
            <a:r>
              <a:rPr lang="en-US" sz="1400" b="1" i="1" dirty="0" err="1"/>
              <a:t>nKey</a:t>
            </a:r>
            <a:r>
              <a:rPr lang="en-US" sz="1400" b="1" i="1" dirty="0"/>
              <a:t> pressed: " + </a:t>
            </a:r>
            <a:r>
              <a:rPr lang="en-US" sz="1400" b="1" i="1" dirty="0" err="1"/>
              <a:t>key.Key</a:t>
            </a:r>
            <a:r>
              <a:rPr lang="en-US" sz="1400" b="1" i="1" dirty="0"/>
              <a:t>);</a:t>
            </a:r>
          </a:p>
          <a:p>
            <a:r>
              <a:rPr lang="en-US" sz="1400" dirty="0"/>
              <a:t>Where </a:t>
            </a:r>
            <a:r>
              <a:rPr lang="en-US" sz="1400" b="1" dirty="0" err="1"/>
              <a:t>key.Key</a:t>
            </a:r>
            <a:r>
              <a:rPr lang="en-US" sz="1400" b="1" dirty="0"/>
              <a:t> </a:t>
            </a:r>
            <a:r>
              <a:rPr lang="en-US" sz="1400" dirty="0"/>
              <a:t>returns the key pressed – </a:t>
            </a:r>
            <a:r>
              <a:rPr lang="en-US" sz="1400" dirty="0" err="1"/>
              <a:t>ConsoleKey.A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b="1" dirty="0" err="1"/>
              <a:t>key.KeyChar</a:t>
            </a:r>
            <a:r>
              <a:rPr lang="en-US" sz="1400" b="1" dirty="0"/>
              <a:t> </a:t>
            </a:r>
            <a:r>
              <a:rPr lang="en-US" sz="1400" dirty="0"/>
              <a:t>returns the actual char like ‘A’ when </a:t>
            </a:r>
            <a:r>
              <a:rPr lang="en-US" sz="1400" dirty="0" err="1"/>
              <a:t>shift+A</a:t>
            </a:r>
            <a:r>
              <a:rPr lang="en-US" sz="1400" dirty="0"/>
              <a:t> is pressed</a:t>
            </a:r>
          </a:p>
          <a:p>
            <a:r>
              <a:rPr lang="en-US" sz="1400" dirty="0"/>
              <a:t>Where </a:t>
            </a:r>
            <a:r>
              <a:rPr lang="en-US" sz="1400" b="1" dirty="0"/>
              <a:t>key. Modifiers </a:t>
            </a:r>
            <a:r>
              <a:rPr lang="en-US" sz="1400" dirty="0"/>
              <a:t>returns the special functions like shift as </a:t>
            </a:r>
            <a:r>
              <a:rPr lang="en-US" sz="1400" dirty="0" err="1"/>
              <a:t>ConsoleModifiers.Shift</a:t>
            </a:r>
            <a:r>
              <a:rPr lang="en-US" sz="1400" dirty="0"/>
              <a:t> and none when just the key was pressed</a:t>
            </a:r>
          </a:p>
        </p:txBody>
      </p:sp>
    </p:spTree>
    <p:extLst>
      <p:ext uri="{BB962C8B-B14F-4D97-AF65-F5344CB8AC3E}">
        <p14:creationId xmlns:p14="http://schemas.microsoft.com/office/powerpoint/2010/main" val="139252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70D4-3213-5DB4-980B-AEE16E1B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input read: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9BF0CC-7FB3-DE45-35A0-71EBC4E4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0715"/>
            <a:ext cx="8596668" cy="4680648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Try parse for safe input without crashing: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Bool success = </a:t>
            </a:r>
            <a:r>
              <a:rPr lang="en-US" sz="1600" dirty="0" err="1"/>
              <a:t>int.TryParse</a:t>
            </a:r>
            <a:r>
              <a:rPr lang="en-US" sz="1600" dirty="0"/>
              <a:t>(</a:t>
            </a:r>
            <a:r>
              <a:rPr lang="en-US" sz="1600" dirty="0" err="1"/>
              <a:t>Console.ReadLine</a:t>
            </a:r>
            <a:r>
              <a:rPr lang="en-US" sz="1600" dirty="0"/>
              <a:t>(), out int age)</a:t>
            </a:r>
          </a:p>
          <a:p>
            <a:r>
              <a:rPr lang="en-US" sz="1600" dirty="0"/>
              <a:t>If(success) </a:t>
            </a:r>
            <a:r>
              <a:rPr lang="en-US" sz="1600" dirty="0" err="1"/>
              <a:t>Console.WriteLine</a:t>
            </a:r>
            <a:r>
              <a:rPr lang="en-US" sz="1600" dirty="0"/>
              <a:t>(“Age is ” +age);</a:t>
            </a:r>
          </a:p>
          <a:p>
            <a:r>
              <a:rPr lang="en-US" sz="1600" dirty="0"/>
              <a:t>Else </a:t>
            </a:r>
            <a:r>
              <a:rPr lang="en-US" sz="1600" dirty="0" err="1"/>
              <a:t>Console.WriteLine</a:t>
            </a:r>
            <a:r>
              <a:rPr lang="en-US" sz="1600" dirty="0"/>
              <a:t>(“Provide valid value”);</a:t>
            </a:r>
          </a:p>
          <a:p>
            <a:r>
              <a:rPr lang="en-US" sz="1600" dirty="0"/>
              <a:t>Try parse returns true or false and stored to output parameter</a:t>
            </a:r>
          </a:p>
          <a:p>
            <a:pPr marL="0" indent="0">
              <a:buNone/>
            </a:pPr>
            <a:r>
              <a:rPr lang="en-US" sz="1600" dirty="0"/>
              <a:t> </a:t>
            </a:r>
          </a:p>
          <a:p>
            <a:r>
              <a:rPr lang="en-US" sz="1600" dirty="0" err="1"/>
              <a:t>Console.WriteLine</a:t>
            </a:r>
            <a:r>
              <a:rPr lang="en-US" sz="1600" dirty="0"/>
              <a:t>(age);</a:t>
            </a:r>
          </a:p>
          <a:p>
            <a:r>
              <a:rPr lang="en-US" sz="1600" dirty="0"/>
              <a:t>When we try to print age directly, it will be assigned with default value 0 when false</a:t>
            </a:r>
          </a:p>
          <a:p>
            <a:r>
              <a:rPr lang="en-US" sz="1600" dirty="0"/>
              <a:t>But it is dangerous, because when user types ABC, it will be taken as 0 (bug)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Hence, loop until we get a valid value with while loop or use if-else condition</a:t>
            </a:r>
          </a:p>
          <a:p>
            <a:r>
              <a:rPr lang="en-US" sz="1600" dirty="0"/>
              <a:t>while(!</a:t>
            </a:r>
            <a:r>
              <a:rPr lang="en-US" sz="1600" dirty="0" err="1"/>
              <a:t>int.TryParse</a:t>
            </a:r>
            <a:r>
              <a:rPr lang="en-US" sz="1600" dirty="0"/>
              <a:t>(</a:t>
            </a:r>
            <a:r>
              <a:rPr lang="en-US" sz="1600" dirty="0" err="1"/>
              <a:t>Console.ReadLine</a:t>
            </a:r>
            <a:r>
              <a:rPr lang="en-US" sz="1600" dirty="0"/>
              <a:t>(), out age))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Console.WriteLine</a:t>
            </a:r>
            <a:r>
              <a:rPr lang="en-US" sz="1600" dirty="0"/>
              <a:t>("Enter a valid number:");</a:t>
            </a:r>
          </a:p>
        </p:txBody>
      </p:sp>
    </p:spTree>
    <p:extLst>
      <p:ext uri="{BB962C8B-B14F-4D97-AF65-F5344CB8AC3E}">
        <p14:creationId xmlns:p14="http://schemas.microsoft.com/office/powerpoint/2010/main" val="427130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1B83-7C52-B2A2-8E32-30498F51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8457"/>
          </a:xfrm>
        </p:spPr>
        <p:txBody>
          <a:bodyPr/>
          <a:lstStyle/>
          <a:p>
            <a:r>
              <a:rPr lang="en-US" dirty="0"/>
              <a:t>App config: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7AB1-E315-DB92-5883-9F2DF2C65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5143"/>
            <a:ext cx="8727923" cy="45717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var config = new </a:t>
            </a:r>
            <a:r>
              <a:rPr lang="en-US" sz="1400" b="1" dirty="0" err="1"/>
              <a:t>ConfigurationBuilder</a:t>
            </a:r>
            <a:r>
              <a:rPr lang="en-US" sz="1400" b="1" dirty="0"/>
              <a:t>()</a:t>
            </a:r>
          </a:p>
          <a:p>
            <a:pPr marL="0" indent="0">
              <a:buNone/>
            </a:pPr>
            <a:r>
              <a:rPr lang="en-US" sz="1400" b="1" dirty="0"/>
              <a:t>    .</a:t>
            </a:r>
            <a:r>
              <a:rPr lang="en-US" sz="1400" b="1" dirty="0" err="1"/>
              <a:t>SetBasePath</a:t>
            </a:r>
            <a:r>
              <a:rPr lang="en-US" sz="1400" b="1" dirty="0"/>
              <a:t>(</a:t>
            </a:r>
            <a:r>
              <a:rPr lang="en-US" sz="1400" b="1" dirty="0" err="1"/>
              <a:t>AppContext.BaseDirectory</a:t>
            </a:r>
            <a:r>
              <a:rPr lang="en-US" sz="1400" b="1" dirty="0"/>
              <a:t>)</a:t>
            </a:r>
          </a:p>
          <a:p>
            <a:pPr marL="0" indent="0">
              <a:buNone/>
            </a:pPr>
            <a:r>
              <a:rPr lang="en-US" sz="1400" b="1" dirty="0"/>
              <a:t>    .</a:t>
            </a:r>
            <a:r>
              <a:rPr lang="en-US" sz="1400" b="1" dirty="0" err="1"/>
              <a:t>AddJsonFile</a:t>
            </a:r>
            <a:r>
              <a:rPr lang="en-US" sz="1400" b="1" dirty="0"/>
              <a:t>("</a:t>
            </a:r>
            <a:r>
              <a:rPr lang="en-US" sz="1400" b="1" dirty="0" err="1"/>
              <a:t>appsettings.json</a:t>
            </a:r>
            <a:r>
              <a:rPr lang="en-US" sz="1400" b="1" dirty="0"/>
              <a:t>", optional: false, </a:t>
            </a:r>
            <a:r>
              <a:rPr lang="en-US" sz="1400" b="1" dirty="0" err="1"/>
              <a:t>reloadOnChange</a:t>
            </a:r>
            <a:r>
              <a:rPr lang="en-US" sz="1400" b="1" dirty="0"/>
              <a:t>: true)</a:t>
            </a:r>
          </a:p>
          <a:p>
            <a:pPr marL="0" indent="0">
              <a:buNone/>
            </a:pPr>
            <a:r>
              <a:rPr lang="en-US" sz="1400" b="1" dirty="0"/>
              <a:t>    .Build();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Config = SAB (set – add – build)</a:t>
            </a:r>
          </a:p>
          <a:p>
            <a:pPr marL="0" indent="0">
              <a:buNone/>
            </a:pPr>
            <a:r>
              <a:rPr lang="en-US" sz="1400" dirty="0"/>
              <a:t>Fetch the value from file using </a:t>
            </a:r>
            <a:r>
              <a:rPr lang="en-US" sz="1400" b="1" dirty="0"/>
              <a:t>config[“{</a:t>
            </a:r>
            <a:r>
              <a:rPr lang="en-US" sz="1400" b="1" dirty="0" err="1"/>
              <a:t>var_name</a:t>
            </a:r>
            <a:r>
              <a:rPr lang="en-US" sz="1400" b="1" dirty="0"/>
              <a:t>}”]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Install the following NuGet packages to perform this task: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PackageReference</a:t>
            </a:r>
            <a:r>
              <a:rPr lang="en-US" sz="1400" dirty="0"/>
              <a:t> Include="</a:t>
            </a:r>
            <a:r>
              <a:rPr lang="en-US" sz="1400" dirty="0" err="1"/>
              <a:t>Microsoft.Extensions.Configuration</a:t>
            </a:r>
            <a:r>
              <a:rPr lang="en-US" sz="1400" dirty="0"/>
              <a:t>" Version="10.0.2" /&gt;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PackageReference</a:t>
            </a:r>
            <a:r>
              <a:rPr lang="en-US" sz="1400" dirty="0"/>
              <a:t> Include="</a:t>
            </a:r>
            <a:r>
              <a:rPr lang="en-US" sz="1400" dirty="0" err="1"/>
              <a:t>Microsoft.Extensions.Configuration.FileExtensions</a:t>
            </a:r>
            <a:r>
              <a:rPr lang="en-US" sz="1400" dirty="0"/>
              <a:t>" Version="10.0.2" /&gt;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PackageReference</a:t>
            </a:r>
            <a:r>
              <a:rPr lang="en-US" sz="1400" dirty="0"/>
              <a:t> Include="</a:t>
            </a:r>
            <a:r>
              <a:rPr lang="en-US" sz="1400" dirty="0" err="1"/>
              <a:t>Microsoft.Extensions.Configuration.Json</a:t>
            </a:r>
            <a:r>
              <a:rPr lang="en-US" sz="1400" dirty="0"/>
              <a:t>" Version="10.0.2" /&gt;</a:t>
            </a:r>
          </a:p>
        </p:txBody>
      </p:sp>
    </p:spTree>
    <p:extLst>
      <p:ext uri="{BB962C8B-B14F-4D97-AF65-F5344CB8AC3E}">
        <p14:creationId xmlns:p14="http://schemas.microsoft.com/office/powerpoint/2010/main" val="253767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354B1-604C-13AF-0F37-106AA2349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34" y="1355046"/>
            <a:ext cx="8596668" cy="420755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Creates a configuration builder object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Sets the folder location where config files are searched (bin\Debug\net10.0)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Copy the file to this folder when created. Right click -&gt; Properties -&gt; </a:t>
            </a:r>
            <a:r>
              <a:rPr lang="en-US" dirty="0" err="1"/>
              <a:t>CopyToOutputDir</a:t>
            </a:r>
            <a:r>
              <a:rPr lang="en-US" dirty="0"/>
              <a:t>: </a:t>
            </a:r>
            <a:r>
              <a:rPr lang="en-US" dirty="0" err="1"/>
              <a:t>CopyIfNewer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/>
              <a:t>Adds the file with settings: optional – when file is missing, app crashes and If when file is changed while app is running, config auto reloads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.Build() finalizes everything and builds the actual </a:t>
            </a:r>
            <a:r>
              <a:rPr lang="en-US" sz="1600" dirty="0" err="1"/>
              <a:t>objectThe</a:t>
            </a:r>
            <a:r>
              <a:rPr lang="en-US" sz="1600" dirty="0"/>
              <a:t> other types of add includes . </a:t>
            </a:r>
            <a:r>
              <a:rPr lang="en-US" sz="1600" dirty="0" err="1"/>
              <a:t>AddEnvironmentVariables</a:t>
            </a:r>
            <a:r>
              <a:rPr lang="en-US" sz="1600" dirty="0"/>
              <a:t>(), .</a:t>
            </a:r>
            <a:r>
              <a:rPr lang="en-US" sz="1600" dirty="0" err="1"/>
              <a:t>AddCommandLine</a:t>
            </a:r>
            <a:r>
              <a:rPr lang="en-US" sz="1600" dirty="0"/>
              <a:t>(</a:t>
            </a:r>
            <a:r>
              <a:rPr lang="en-US" sz="1600" dirty="0" err="1"/>
              <a:t>args</a:t>
            </a:r>
            <a:r>
              <a:rPr lang="en-US" sz="1600" dirty="0"/>
              <a:t>), . </a:t>
            </a:r>
            <a:r>
              <a:rPr lang="en-US" sz="1600" dirty="0" err="1"/>
              <a:t>AddInMemoryCollection</a:t>
            </a:r>
            <a:r>
              <a:rPr lang="en-US" sz="1600" dirty="0"/>
              <a:t>({})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Priority matters as the last add overrides the earlier ones.</a:t>
            </a:r>
          </a:p>
        </p:txBody>
      </p:sp>
    </p:spTree>
    <p:extLst>
      <p:ext uri="{BB962C8B-B14F-4D97-AF65-F5344CB8AC3E}">
        <p14:creationId xmlns:p14="http://schemas.microsoft.com/office/powerpoint/2010/main" val="171677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3F3C-197C-404C-C495-08423081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3143"/>
          </a:xfrm>
        </p:spPr>
        <p:txBody>
          <a:bodyPr/>
          <a:lstStyle/>
          <a:p>
            <a:r>
              <a:rPr lang="en-US" dirty="0"/>
              <a:t>JSON Serialize: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36FC2-F95D-864C-6FD2-CBBE8C315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36915"/>
            <a:ext cx="8804123" cy="460444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 err="1"/>
              <a:t>Console.WriteLine</a:t>
            </a:r>
            <a:r>
              <a:rPr lang="en-US" sz="1400" b="1" dirty="0"/>
              <a:t>(</a:t>
            </a:r>
            <a:r>
              <a:rPr lang="en-US" sz="1400" b="1" dirty="0" err="1"/>
              <a:t>JsonSerializer.Serialize</a:t>
            </a:r>
            <a:r>
              <a:rPr lang="en-US" sz="1400" b="1" dirty="0"/>
              <a:t>(</a:t>
            </a:r>
          </a:p>
          <a:p>
            <a:pPr marL="0" indent="0">
              <a:buNone/>
            </a:pPr>
            <a:r>
              <a:rPr lang="en-US" sz="1400" b="1" dirty="0"/>
              <a:t>    </a:t>
            </a:r>
            <a:r>
              <a:rPr lang="en-US" sz="1400" b="1" dirty="0" err="1"/>
              <a:t>partnerDetails</a:t>
            </a:r>
            <a:r>
              <a:rPr lang="en-US" sz="1400" b="1" dirty="0"/>
              <a:t>,</a:t>
            </a:r>
          </a:p>
          <a:p>
            <a:pPr marL="0" indent="0">
              <a:buNone/>
            </a:pPr>
            <a:r>
              <a:rPr lang="en-US" sz="1400" b="1" dirty="0"/>
              <a:t>    new </a:t>
            </a:r>
            <a:r>
              <a:rPr lang="en-US" sz="1400" b="1" dirty="0" err="1"/>
              <a:t>JsonSerializerOptions</a:t>
            </a:r>
            <a:r>
              <a:rPr lang="en-US" sz="1400" b="1" dirty="0"/>
              <a:t> { </a:t>
            </a:r>
            <a:r>
              <a:rPr lang="en-US" sz="1400" b="1" dirty="0" err="1"/>
              <a:t>WriteIndented</a:t>
            </a:r>
            <a:r>
              <a:rPr lang="en-US" sz="1400" b="1" dirty="0"/>
              <a:t> = true }</a:t>
            </a:r>
          </a:p>
          <a:p>
            <a:pPr marL="0" indent="0">
              <a:buNone/>
            </a:pPr>
            <a:r>
              <a:rPr lang="en-US" sz="1400" b="1" dirty="0"/>
              <a:t>    ));</a:t>
            </a:r>
          </a:p>
          <a:p>
            <a:r>
              <a:rPr lang="en-US" sz="1400" dirty="0" err="1"/>
              <a:t>JSONSerializer</a:t>
            </a:r>
            <a:r>
              <a:rPr lang="en-US" sz="1400" dirty="0"/>
              <a:t> is a class from </a:t>
            </a:r>
            <a:r>
              <a:rPr lang="en-US" sz="1400" dirty="0" err="1"/>
              <a:t>System.Text.Json</a:t>
            </a:r>
            <a:r>
              <a:rPr lang="en-US" sz="1400" dirty="0"/>
              <a:t> and .Serialize which converts the object to JSON string</a:t>
            </a:r>
          </a:p>
          <a:p>
            <a:r>
              <a:rPr lang="en-US" sz="1400" dirty="0"/>
              <a:t>new creates an in memory object or instance for the class</a:t>
            </a:r>
          </a:p>
          <a:p>
            <a:r>
              <a:rPr lang="en-US" sz="1400" dirty="0" err="1"/>
              <a:t>JsonSerializerOptions</a:t>
            </a:r>
            <a:r>
              <a:rPr lang="en-US" sz="1400" dirty="0"/>
              <a:t> controls how JSON is created or read. Its options are as below:</a:t>
            </a:r>
          </a:p>
          <a:p>
            <a:pPr lvl="1"/>
            <a:r>
              <a:rPr lang="en-US" sz="1400" dirty="0" err="1"/>
              <a:t>WriteIntended</a:t>
            </a:r>
            <a:r>
              <a:rPr lang="en-US" sz="1400" dirty="0"/>
              <a:t>= true -&gt; beautifies the JSON</a:t>
            </a:r>
          </a:p>
          <a:p>
            <a:pPr lvl="1"/>
            <a:r>
              <a:rPr lang="en-US" sz="1400" dirty="0" err="1"/>
              <a:t>PropertyNamingPolicy</a:t>
            </a:r>
            <a:r>
              <a:rPr lang="en-US" sz="1400" dirty="0"/>
              <a:t> = </a:t>
            </a:r>
            <a:r>
              <a:rPr lang="en-US" sz="1400" dirty="0" err="1"/>
              <a:t>JsonNamingPolicy.CamelCase</a:t>
            </a:r>
            <a:r>
              <a:rPr lang="en-US" sz="1400" dirty="0"/>
              <a:t> -&gt; converts field names to camelCase</a:t>
            </a:r>
          </a:p>
          <a:p>
            <a:pPr lvl="1"/>
            <a:r>
              <a:rPr lang="en-US" sz="1400" dirty="0" err="1"/>
              <a:t>PropertyNameCaseInsensitive</a:t>
            </a:r>
            <a:r>
              <a:rPr lang="en-US" sz="1400" dirty="0"/>
              <a:t> = true</a:t>
            </a:r>
          </a:p>
          <a:p>
            <a:pPr lvl="1"/>
            <a:r>
              <a:rPr lang="en-US" sz="1400" dirty="0" err="1"/>
              <a:t>DefaultIgnoreCondition</a:t>
            </a:r>
            <a:r>
              <a:rPr lang="en-US" sz="1400" dirty="0"/>
              <a:t> = </a:t>
            </a:r>
            <a:r>
              <a:rPr lang="en-US" sz="1400" dirty="0" err="1"/>
              <a:t>JsonIgnoreCondition.WhenWritingNull</a:t>
            </a:r>
            <a:r>
              <a:rPr lang="en-US" sz="1400" dirty="0"/>
              <a:t> removes null from JSON</a:t>
            </a:r>
          </a:p>
          <a:p>
            <a:pPr lvl="1"/>
            <a:r>
              <a:rPr lang="en-US" sz="1400" dirty="0" err="1"/>
              <a:t>NumberHandling</a:t>
            </a:r>
            <a:r>
              <a:rPr lang="en-US" sz="1400" dirty="0"/>
              <a:t> = </a:t>
            </a:r>
            <a:r>
              <a:rPr lang="en-US" sz="1400" dirty="0" err="1"/>
              <a:t>JsonNumberHandling.AllowReadingFromString</a:t>
            </a:r>
            <a:r>
              <a:rPr lang="en-US" sz="1400" dirty="0"/>
              <a:t> translates string to int or value</a:t>
            </a:r>
          </a:p>
        </p:txBody>
      </p:sp>
    </p:spTree>
    <p:extLst>
      <p:ext uri="{BB962C8B-B14F-4D97-AF65-F5344CB8AC3E}">
        <p14:creationId xmlns:p14="http://schemas.microsoft.com/office/powerpoint/2010/main" val="1802887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2D82-20C6-62CC-FF66-F1DB8F9C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5800"/>
          </a:xfrm>
        </p:spPr>
        <p:txBody>
          <a:bodyPr>
            <a:normAutofit/>
          </a:bodyPr>
          <a:lstStyle/>
          <a:p>
            <a:r>
              <a:rPr lang="en-US" b="1" dirty="0"/>
              <a:t>Read data from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18F37-8E1A-9E2F-0F82-2A5874872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2601"/>
            <a:ext cx="8923866" cy="2035628"/>
          </a:xfrm>
        </p:spPr>
        <p:txBody>
          <a:bodyPr>
            <a:normAutofit/>
          </a:bodyPr>
          <a:lstStyle/>
          <a:p>
            <a:r>
              <a:rPr lang="en-US" sz="1400" dirty="0"/>
              <a:t>Data is currently from Excel file. But it can be from DB or any other source later. Hence, we need to use interface concept.</a:t>
            </a:r>
          </a:p>
          <a:p>
            <a:r>
              <a:rPr lang="en-US" sz="1400" dirty="0"/>
              <a:t>Interface will have only the method contracts to be implemented in derived class. The method should be same across all the implemented classes.</a:t>
            </a:r>
          </a:p>
          <a:p>
            <a:r>
              <a:rPr lang="en-US" sz="1400" dirty="0"/>
              <a:t>When the implemented class has dependent service, it is best to initialize object as </a:t>
            </a:r>
            <a:r>
              <a:rPr lang="en-US" sz="1400" dirty="0" err="1"/>
              <a:t>readonly</a:t>
            </a:r>
            <a:r>
              <a:rPr lang="en-US" sz="1400" dirty="0"/>
              <a:t> in implemented class. Means it can be assigned only once in declarative or in constructor.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15071-F68B-721B-4749-DCB3CA342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75" y="4038600"/>
            <a:ext cx="3395281" cy="2209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BBB583-30A6-A1B3-0C6E-B2632A0DC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3585" y="3975007"/>
            <a:ext cx="5157615" cy="2578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335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2716-4D78-20E3-6AAB-060EAB26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4914"/>
          </a:xfrm>
        </p:spPr>
        <p:txBody>
          <a:bodyPr/>
          <a:lstStyle/>
          <a:p>
            <a:r>
              <a:rPr lang="en-US" dirty="0"/>
              <a:t>LINQ: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2F51-2F17-E82F-D3D2-571EA318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2"/>
            <a:ext cx="8596668" cy="413655"/>
          </a:xfrm>
        </p:spPr>
        <p:txBody>
          <a:bodyPr>
            <a:normAutofit/>
          </a:bodyPr>
          <a:lstStyle/>
          <a:p>
            <a:r>
              <a:rPr lang="en-US" sz="1600" b="1" dirty="0"/>
              <a:t>LINQ allows us to iterate over collections and filter data.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510E3-D942-66BE-A1B4-7DB4CDF0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77145"/>
            <a:ext cx="8005916" cy="3973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089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CA12-4B9A-49F2-7998-485A0D8F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4914"/>
          </a:xfrm>
        </p:spPr>
        <p:txBody>
          <a:bodyPr/>
          <a:lstStyle/>
          <a:p>
            <a:r>
              <a:rPr lang="en-US" dirty="0"/>
              <a:t>Dependency injection: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B9BD-D0EB-D1A1-FEFB-8FF709A0A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0457"/>
            <a:ext cx="9239553" cy="1687286"/>
          </a:xfrm>
        </p:spPr>
        <p:txBody>
          <a:bodyPr>
            <a:normAutofit/>
          </a:bodyPr>
          <a:lstStyle/>
          <a:p>
            <a:r>
              <a:rPr lang="en-US" sz="1400" dirty="0"/>
              <a:t>Dependency Injection means dependencies are provided to a class from outside instead of being created inside the class.</a:t>
            </a:r>
          </a:p>
          <a:p>
            <a:r>
              <a:rPr lang="en-US" sz="1400" dirty="0"/>
              <a:t>Here, </a:t>
            </a:r>
            <a:r>
              <a:rPr lang="en-US" sz="1400" dirty="0" err="1"/>
              <a:t>ExcelDataSource</a:t>
            </a:r>
            <a:r>
              <a:rPr lang="en-US" sz="1400" dirty="0"/>
              <a:t> depends on </a:t>
            </a:r>
            <a:r>
              <a:rPr lang="en-US" sz="1400" dirty="0" err="1"/>
              <a:t>ExcelService</a:t>
            </a:r>
            <a:r>
              <a:rPr lang="en-US" sz="1400" dirty="0"/>
              <a:t> to retrieve data. Hence create an object for </a:t>
            </a:r>
            <a:r>
              <a:rPr lang="en-US" sz="1400" dirty="0" err="1"/>
              <a:t>ExcelService</a:t>
            </a:r>
            <a:r>
              <a:rPr lang="en-US" sz="1400" dirty="0"/>
              <a:t> from main program and inject it to </a:t>
            </a:r>
            <a:r>
              <a:rPr lang="en-US" sz="1400" dirty="0" err="1"/>
              <a:t>ExcelDataSource</a:t>
            </a:r>
            <a:r>
              <a:rPr lang="en-US" sz="1400" dirty="0"/>
              <a:t>.</a:t>
            </a:r>
          </a:p>
          <a:p>
            <a:r>
              <a:rPr lang="en-US" sz="1400" dirty="0"/>
              <a:t>Note: To not be directly dependent on </a:t>
            </a:r>
            <a:r>
              <a:rPr lang="en-US" sz="1400" dirty="0" err="1"/>
              <a:t>ExcelService</a:t>
            </a:r>
            <a:r>
              <a:rPr lang="en-US" sz="1400" dirty="0"/>
              <a:t>, we have </a:t>
            </a:r>
            <a:r>
              <a:rPr lang="en-US" sz="1400" dirty="0" err="1"/>
              <a:t>IDataService</a:t>
            </a:r>
            <a:r>
              <a:rPr lang="en-US" sz="1400" dirty="0"/>
              <a:t> and </a:t>
            </a:r>
            <a:r>
              <a:rPr lang="en-US" sz="1400" dirty="0" err="1"/>
              <a:t>ExcelService</a:t>
            </a:r>
            <a:r>
              <a:rPr lang="en-US" sz="1400" dirty="0"/>
              <a:t> implements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15245-5E90-AFCA-50C8-F9B493EEC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165" y="3522083"/>
            <a:ext cx="5729835" cy="2578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C3E407-0F10-D507-083F-FA3C7E9F6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02830" y="3522083"/>
            <a:ext cx="4724399" cy="2578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991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76E5-C0C7-B7E3-42D5-405E894F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2257"/>
          </a:xfrm>
        </p:spPr>
        <p:txBody>
          <a:bodyPr/>
          <a:lstStyle/>
          <a:p>
            <a:r>
              <a:rPr lang="en-US" dirty="0" err="1"/>
              <a:t>ExcelService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18A1-8311-B88C-3188-4DD97F50D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4887"/>
            <a:ext cx="8596668" cy="4506476"/>
          </a:xfrm>
        </p:spPr>
        <p:txBody>
          <a:bodyPr anchor="ctr">
            <a:normAutofit/>
          </a:bodyPr>
          <a:lstStyle/>
          <a:p>
            <a:r>
              <a:rPr lang="en-US" sz="1600" dirty="0"/>
              <a:t>Install </a:t>
            </a:r>
            <a:r>
              <a:rPr lang="en-US" sz="1600" dirty="0" err="1"/>
              <a:t>ClosedXML.Excel</a:t>
            </a:r>
            <a:r>
              <a:rPr lang="en-US" sz="1600" dirty="0"/>
              <a:t> NuGet package - A library used to read and write Excel (.xlsx) files without needing Excel installed.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var </a:t>
            </a:r>
            <a:r>
              <a:rPr lang="en-US" sz="1600" dirty="0" err="1"/>
              <a:t>workBook</a:t>
            </a:r>
            <a:r>
              <a:rPr lang="en-US" sz="1600" dirty="0"/>
              <a:t> = new </a:t>
            </a:r>
            <a:r>
              <a:rPr lang="en-US" sz="1600" dirty="0" err="1"/>
              <a:t>XLWorkbook</a:t>
            </a:r>
            <a:r>
              <a:rPr lang="en-US" sz="1600" dirty="0"/>
              <a:t>(_</a:t>
            </a:r>
            <a:r>
              <a:rPr lang="en-US" sz="1600" dirty="0" err="1"/>
              <a:t>filepath</a:t>
            </a:r>
            <a:r>
              <a:rPr lang="en-US" sz="1600" dirty="0"/>
              <a:t>); -&gt; opens the file, stores in memory and creates object.</a:t>
            </a:r>
          </a:p>
          <a:p>
            <a:r>
              <a:rPr lang="en-US" sz="1600" dirty="0"/>
              <a:t>var </a:t>
            </a:r>
            <a:r>
              <a:rPr lang="en-US" sz="1600" dirty="0" err="1"/>
              <a:t>workSheet</a:t>
            </a:r>
            <a:r>
              <a:rPr lang="en-US" sz="1600" dirty="0"/>
              <a:t> = </a:t>
            </a:r>
            <a:r>
              <a:rPr lang="en-US" sz="1600" dirty="0" err="1"/>
              <a:t>workBook.Worksheet</a:t>
            </a:r>
            <a:r>
              <a:rPr lang="en-US" sz="1600" dirty="0"/>
              <a:t>(1); -&gt; gets the worksheet from the workbook.</a:t>
            </a:r>
          </a:p>
          <a:p>
            <a:r>
              <a:rPr lang="en-US" sz="1600" dirty="0"/>
              <a:t>var rows in </a:t>
            </a:r>
            <a:r>
              <a:rPr lang="en-US" sz="1600" dirty="0" err="1"/>
              <a:t>workSheet.RowsUsed</a:t>
            </a:r>
            <a:r>
              <a:rPr lang="en-US" sz="1600" dirty="0"/>
              <a:t>() -&gt; displays all the non-blank rows.</a:t>
            </a:r>
          </a:p>
          <a:p>
            <a:r>
              <a:rPr lang="en-US" sz="1600" dirty="0"/>
              <a:t>var cell in </a:t>
            </a:r>
            <a:r>
              <a:rPr lang="en-US" sz="1600" dirty="0" err="1"/>
              <a:t>rows.CellsUsed</a:t>
            </a:r>
            <a:r>
              <a:rPr lang="en-US" sz="1600" dirty="0"/>
              <a:t>() -&gt; takes all the non-blank cells in the row.</a:t>
            </a:r>
          </a:p>
          <a:p>
            <a:r>
              <a:rPr lang="en-US" sz="1600" dirty="0" err="1"/>
              <a:t>row.Add</a:t>
            </a:r>
            <a:r>
              <a:rPr lang="en-US" sz="1600" dirty="0"/>
              <a:t>(</a:t>
            </a:r>
            <a:r>
              <a:rPr lang="en-US" sz="1600" dirty="0" err="1"/>
              <a:t>cell.GetValue</a:t>
            </a:r>
            <a:r>
              <a:rPr lang="en-US" sz="1600" dirty="0"/>
              <a:t>&lt;string&gt;()); -&gt; adds the cell value as a string.</a:t>
            </a:r>
          </a:p>
        </p:txBody>
      </p:sp>
    </p:spTree>
    <p:extLst>
      <p:ext uri="{BB962C8B-B14F-4D97-AF65-F5344CB8AC3E}">
        <p14:creationId xmlns:p14="http://schemas.microsoft.com/office/powerpoint/2010/main" val="16396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E266-A279-BC2D-3D3F-9F8C5F43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1114"/>
          </a:xfrm>
        </p:spPr>
        <p:txBody>
          <a:bodyPr>
            <a:normAutofit fontScale="90000"/>
          </a:bodyPr>
          <a:lstStyle/>
          <a:p>
            <a:r>
              <a:rPr lang="en-US" dirty="0"/>
              <a:t>Fetch required partner details from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12DF-2BB0-F7E7-32AE-4B66A974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61" y="1284513"/>
            <a:ext cx="8596668" cy="1404258"/>
          </a:xfrm>
        </p:spPr>
        <p:txBody>
          <a:bodyPr anchor="ctr">
            <a:normAutofit/>
          </a:bodyPr>
          <a:lstStyle/>
          <a:p>
            <a:r>
              <a:rPr lang="en-US" sz="1400" dirty="0" err="1"/>
              <a:t>PartnerDetails</a:t>
            </a:r>
            <a:r>
              <a:rPr lang="en-US" sz="1400" dirty="0"/>
              <a:t> is pure business logic and not dependent on any other service, hence DI not required.</a:t>
            </a:r>
          </a:p>
          <a:p>
            <a:r>
              <a:rPr lang="en-US" sz="1400" dirty="0"/>
              <a:t>var row in </a:t>
            </a:r>
            <a:r>
              <a:rPr lang="en-US" sz="1400" dirty="0" err="1"/>
              <a:t>partnerData.Skip</a:t>
            </a:r>
            <a:r>
              <a:rPr lang="en-US" sz="1400" dirty="0"/>
              <a:t>(1) is a LINQ statement, hence import this using statement.</a:t>
            </a:r>
          </a:p>
          <a:p>
            <a:r>
              <a:rPr lang="en-US" sz="1400" dirty="0"/>
              <a:t>row[</a:t>
            </a:r>
            <a:r>
              <a:rPr lang="en-US" sz="1400" dirty="0" err="1"/>
              <a:t>idIndex</a:t>
            </a:r>
            <a:r>
              <a:rPr lang="en-US" sz="1400" dirty="0"/>
              <a:t>].Equals(</a:t>
            </a:r>
            <a:r>
              <a:rPr lang="en-US" sz="1400" dirty="0" err="1"/>
              <a:t>partnerId</a:t>
            </a:r>
            <a:r>
              <a:rPr lang="en-US" sz="1400" dirty="0"/>
              <a:t>, </a:t>
            </a:r>
            <a:r>
              <a:rPr lang="en-US" sz="1400" dirty="0" err="1"/>
              <a:t>StringComparison.OrdinalIgnoreCase</a:t>
            </a:r>
            <a:r>
              <a:rPr lang="en-US" sz="1400" dirty="0"/>
              <a:t>) compares ignores cases.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BD274-4154-8963-5179-977EEE0E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743200"/>
            <a:ext cx="9827381" cy="3738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8938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EE79-FEBB-8B2F-EE20-EDD32B86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1371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DE06A-EA34-FB01-1606-0B02471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6915"/>
            <a:ext cx="8596668" cy="10667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if (!</a:t>
            </a:r>
            <a:r>
              <a:rPr lang="en-US" sz="1400" dirty="0" err="1"/>
              <a:t>partnerDetails.TryGetValue</a:t>
            </a:r>
            <a:r>
              <a:rPr lang="en-US" sz="1400" dirty="0"/>
              <a:t>(config["</a:t>
            </a:r>
            <a:r>
              <a:rPr lang="en-US" sz="1400" dirty="0" err="1"/>
              <a:t>ExcelColumn</a:t>
            </a:r>
            <a:r>
              <a:rPr lang="en-US" sz="1400" dirty="0"/>
              <a:t>"], out string </a:t>
            </a:r>
            <a:r>
              <a:rPr lang="en-US" sz="1400" dirty="0" err="1"/>
              <a:t>partnerPrefix</a:t>
            </a:r>
            <a:r>
              <a:rPr lang="en-US" sz="1400" dirty="0"/>
              <a:t>))</a:t>
            </a:r>
          </a:p>
          <a:p>
            <a:r>
              <a:rPr lang="en-US" sz="1400" dirty="0" err="1"/>
              <a:t>TryGetValue</a:t>
            </a:r>
            <a:r>
              <a:rPr lang="en-US" sz="1400" dirty="0"/>
              <a:t> is a function of dictionary. It checks if the key exists then appends its value to output parameter.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94AE5-0498-892E-8987-72040C72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699658"/>
            <a:ext cx="10717121" cy="3581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74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5D83-F5AF-1648-40C8-A3BB8D8E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2257"/>
          </a:xfrm>
        </p:spPr>
        <p:txBody>
          <a:bodyPr/>
          <a:lstStyle/>
          <a:p>
            <a:r>
              <a:rPr lang="en-US" dirty="0"/>
              <a:t>SNRF generation: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9695-0025-2380-208C-F88FF08F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2601"/>
            <a:ext cx="8596668" cy="42887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DateTime</a:t>
            </a:r>
            <a:r>
              <a:rPr lang="en-US" sz="1600" b="1" dirty="0"/>
              <a:t>:</a:t>
            </a:r>
          </a:p>
          <a:p>
            <a:pPr marL="0" indent="0">
              <a:buNone/>
            </a:pPr>
            <a:r>
              <a:rPr lang="en-US" sz="1600" dirty="0"/>
              <a:t>string </a:t>
            </a:r>
            <a:r>
              <a:rPr lang="en-US" sz="1600" dirty="0" err="1"/>
              <a:t>currentDate</a:t>
            </a:r>
            <a:r>
              <a:rPr lang="en-US" sz="1600" dirty="0"/>
              <a:t> = </a:t>
            </a:r>
            <a:r>
              <a:rPr lang="en-US" sz="1600" dirty="0" err="1"/>
              <a:t>DateTime.UtcNow.Ticks</a:t>
            </a:r>
            <a:br>
              <a:rPr lang="en-US" sz="1600" dirty="0"/>
            </a:br>
            <a:r>
              <a:rPr lang="en-US" sz="1600" dirty="0"/>
              <a:t>         .</a:t>
            </a:r>
            <a:r>
              <a:rPr lang="en-US" sz="1600" dirty="0" err="1"/>
              <a:t>ToString</a:t>
            </a:r>
            <a:r>
              <a:rPr lang="en-US" sz="1600" dirty="0"/>
              <a:t>("X")[..4];</a:t>
            </a:r>
          </a:p>
          <a:p>
            <a:r>
              <a:rPr lang="en-US" sz="1600" dirty="0" err="1"/>
              <a:t>ToString</a:t>
            </a:r>
            <a:r>
              <a:rPr lang="en-US" sz="1600" dirty="0"/>
              <a:t>(“X”) converts to hexadecimal (0-9, A-F) X for capital case and x for small case.</a:t>
            </a:r>
          </a:p>
          <a:p>
            <a:r>
              <a:rPr lang="en-US" sz="1600" dirty="0"/>
              <a:t>[..4] takes first 4 characters. [^4..] takes the last 4 characters.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Random number:</a:t>
            </a:r>
          </a:p>
          <a:p>
            <a:pPr marL="0" indent="0">
              <a:buNone/>
            </a:pPr>
            <a:r>
              <a:rPr lang="en-US" sz="1600" dirty="0"/>
              <a:t>string </a:t>
            </a:r>
            <a:r>
              <a:rPr lang="en-US" sz="1600" dirty="0" err="1"/>
              <a:t>randomNumber</a:t>
            </a:r>
            <a:r>
              <a:rPr lang="en-US" sz="1600" dirty="0"/>
              <a:t> = </a:t>
            </a:r>
            <a:r>
              <a:rPr lang="en-US" sz="1600" dirty="0" err="1"/>
              <a:t>Random.Shared.Next</a:t>
            </a:r>
            <a:r>
              <a:rPr lang="en-US" sz="1600" dirty="0"/>
              <a:t>(1, 10000).</a:t>
            </a:r>
            <a:r>
              <a:rPr lang="en-US" sz="1600" dirty="0" err="1"/>
              <a:t>ToString</a:t>
            </a:r>
            <a:r>
              <a:rPr lang="en-US" sz="1600" dirty="0"/>
              <a:t>("D4");</a:t>
            </a:r>
          </a:p>
          <a:p>
            <a:r>
              <a:rPr lang="en-US" sz="1600" dirty="0"/>
              <a:t>Shared uses singleton instance for Random class in the program.</a:t>
            </a:r>
          </a:p>
          <a:p>
            <a:r>
              <a:rPr lang="en-US" sz="1600" dirty="0" err="1"/>
              <a:t>ToString</a:t>
            </a:r>
            <a:r>
              <a:rPr lang="en-US" sz="1600" dirty="0"/>
              <a:t>("D4") represents Decimal with padding 0s for length 4</a:t>
            </a:r>
          </a:p>
        </p:txBody>
      </p:sp>
    </p:spTree>
    <p:extLst>
      <p:ext uri="{BB962C8B-B14F-4D97-AF65-F5344CB8AC3E}">
        <p14:creationId xmlns:p14="http://schemas.microsoft.com/office/powerpoint/2010/main" val="14020290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481</TotalTime>
  <Words>1206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Get partner details</vt:lpstr>
      <vt:lpstr>Console app:</vt:lpstr>
      <vt:lpstr>Reading user input types:</vt:lpstr>
      <vt:lpstr>Safe input read:</vt:lpstr>
      <vt:lpstr>App config:</vt:lpstr>
      <vt:lpstr>PowerPoint Presentation</vt:lpstr>
      <vt:lpstr>JSON Serialize:</vt:lpstr>
      <vt:lpstr>Read data from source</vt:lpstr>
      <vt:lpstr>LINQ:</vt:lpstr>
      <vt:lpstr>Dependency injection:</vt:lpstr>
      <vt:lpstr>ExcelService:</vt:lpstr>
      <vt:lpstr>Fetch required partner details from data:</vt:lpstr>
      <vt:lpstr>Validation:</vt:lpstr>
      <vt:lpstr>SNRF generation: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Chandrasekaran, Sakthi Siva Parvathi</dc:creator>
  <cp:lastModifiedBy>Chandrasekaran, Sakthi Siva Parvathi</cp:lastModifiedBy>
  <cp:revision>84</cp:revision>
  <dcterms:created xsi:type="dcterms:W3CDTF">2026-01-22T07:33:36Z</dcterms:created>
  <dcterms:modified xsi:type="dcterms:W3CDTF">2026-01-23T16:45:58Z</dcterms:modified>
</cp:coreProperties>
</file>